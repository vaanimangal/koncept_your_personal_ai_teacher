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68" r:id="rId5"/>
    <p:sldId id="323" r:id="rId6"/>
    <p:sldId id="311" r:id="rId7"/>
    <p:sldId id="313" r:id="rId8"/>
    <p:sldId id="312" r:id="rId9"/>
    <p:sldId id="314" r:id="rId10"/>
    <p:sldId id="315" r:id="rId11"/>
    <p:sldId id="320" r:id="rId12"/>
    <p:sldId id="317" r:id="rId13"/>
    <p:sldId id="321" r:id="rId14"/>
    <p:sldId id="319" r:id="rId15"/>
    <p:sldId id="3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77206-EBCF-4032-88EA-D365F08D9310}" v="16" dt="2025-08-18T05:03:56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ani28032006@outlook.com" userId="b73f3a57cac659aa" providerId="LiveId" clId="{32877206-EBCF-4032-88EA-D365F08D9310}"/>
    <pc:docChg chg="undo custSel addSld modSld sldOrd">
      <pc:chgData name="vaani28032006@outlook.com" userId="b73f3a57cac659aa" providerId="LiveId" clId="{32877206-EBCF-4032-88EA-D365F08D9310}" dt="2025-08-18T05:06:24.016" v="955" actId="20577"/>
      <pc:docMkLst>
        <pc:docMk/>
      </pc:docMkLst>
      <pc:sldChg chg="addSp modSp mod">
        <pc:chgData name="vaani28032006@outlook.com" userId="b73f3a57cac659aa" providerId="LiveId" clId="{32877206-EBCF-4032-88EA-D365F08D9310}" dt="2025-08-18T02:41:27.352" v="170" actId="1076"/>
        <pc:sldMkLst>
          <pc:docMk/>
          <pc:sldMk cId="1668288038" sldId="311"/>
        </pc:sldMkLst>
        <pc:picChg chg="add mod">
          <ac:chgData name="vaani28032006@outlook.com" userId="b73f3a57cac659aa" providerId="LiveId" clId="{32877206-EBCF-4032-88EA-D365F08D9310}" dt="2025-08-18T02:41:27.352" v="170" actId="1076"/>
          <ac:picMkLst>
            <pc:docMk/>
            <pc:sldMk cId="1668288038" sldId="311"/>
            <ac:picMk id="5" creationId="{5A94E2D3-7879-F219-9DFD-1151C05FC130}"/>
          </ac:picMkLst>
        </pc:picChg>
      </pc:sldChg>
      <pc:sldChg chg="addSp modSp mod">
        <pc:chgData name="vaani28032006@outlook.com" userId="b73f3a57cac659aa" providerId="LiveId" clId="{32877206-EBCF-4032-88EA-D365F08D9310}" dt="2025-08-18T04:07:53.551" v="471" actId="20577"/>
        <pc:sldMkLst>
          <pc:docMk/>
          <pc:sldMk cId="2311939334" sldId="312"/>
        </pc:sldMkLst>
        <pc:spChg chg="mod">
          <ac:chgData name="vaani28032006@outlook.com" userId="b73f3a57cac659aa" providerId="LiveId" clId="{32877206-EBCF-4032-88EA-D365F08D9310}" dt="2025-08-18T02:47:35.274" v="308" actId="20577"/>
          <ac:spMkLst>
            <pc:docMk/>
            <pc:sldMk cId="2311939334" sldId="312"/>
            <ac:spMk id="3" creationId="{0391FE8B-CE71-A33D-B9BD-1561F6E6CCDB}"/>
          </ac:spMkLst>
        </pc:spChg>
        <pc:spChg chg="mod">
          <ac:chgData name="vaani28032006@outlook.com" userId="b73f3a57cac659aa" providerId="LiveId" clId="{32877206-EBCF-4032-88EA-D365F08D9310}" dt="2025-08-18T04:07:53.551" v="471" actId="20577"/>
          <ac:spMkLst>
            <pc:docMk/>
            <pc:sldMk cId="2311939334" sldId="312"/>
            <ac:spMk id="4" creationId="{D74039C7-08B0-8698-F854-D347C11EAD7F}"/>
          </ac:spMkLst>
        </pc:spChg>
        <pc:picChg chg="add mod">
          <ac:chgData name="vaani28032006@outlook.com" userId="b73f3a57cac659aa" providerId="LiveId" clId="{32877206-EBCF-4032-88EA-D365F08D9310}" dt="2025-08-18T02:41:36.484" v="172"/>
          <ac:picMkLst>
            <pc:docMk/>
            <pc:sldMk cId="2311939334" sldId="312"/>
            <ac:picMk id="5" creationId="{81D40998-7A74-A2D2-955F-D66B1CFEA602}"/>
          </ac:picMkLst>
        </pc:picChg>
      </pc:sldChg>
      <pc:sldChg chg="addSp modSp">
        <pc:chgData name="vaani28032006@outlook.com" userId="b73f3a57cac659aa" providerId="LiveId" clId="{32877206-EBCF-4032-88EA-D365F08D9310}" dt="2025-08-18T02:41:33.743" v="171"/>
        <pc:sldMkLst>
          <pc:docMk/>
          <pc:sldMk cId="531741011" sldId="313"/>
        </pc:sldMkLst>
        <pc:picChg chg="add mod">
          <ac:chgData name="vaani28032006@outlook.com" userId="b73f3a57cac659aa" providerId="LiveId" clId="{32877206-EBCF-4032-88EA-D365F08D9310}" dt="2025-08-18T02:41:33.743" v="171"/>
          <ac:picMkLst>
            <pc:docMk/>
            <pc:sldMk cId="531741011" sldId="313"/>
            <ac:picMk id="5" creationId="{BD5D7F91-1F14-2354-EB2D-B075FF37EE1B}"/>
          </ac:picMkLst>
        </pc:picChg>
      </pc:sldChg>
      <pc:sldChg chg="addSp modSp mod">
        <pc:chgData name="vaani28032006@outlook.com" userId="b73f3a57cac659aa" providerId="LiveId" clId="{32877206-EBCF-4032-88EA-D365F08D9310}" dt="2025-08-18T02:48:10.837" v="311" actId="255"/>
        <pc:sldMkLst>
          <pc:docMk/>
          <pc:sldMk cId="393939810" sldId="314"/>
        </pc:sldMkLst>
        <pc:spChg chg="mod">
          <ac:chgData name="vaani28032006@outlook.com" userId="b73f3a57cac659aa" providerId="LiveId" clId="{32877206-EBCF-4032-88EA-D365F08D9310}" dt="2025-08-18T02:48:10.837" v="311" actId="255"/>
          <ac:spMkLst>
            <pc:docMk/>
            <pc:sldMk cId="393939810" sldId="314"/>
            <ac:spMk id="3" creationId="{D21ACDE2-FA55-91FC-9EE3-A5ACB27F84AC}"/>
          </ac:spMkLst>
        </pc:spChg>
        <pc:picChg chg="add mod">
          <ac:chgData name="vaani28032006@outlook.com" userId="b73f3a57cac659aa" providerId="LiveId" clId="{32877206-EBCF-4032-88EA-D365F08D9310}" dt="2025-08-18T02:41:39.901" v="173"/>
          <ac:picMkLst>
            <pc:docMk/>
            <pc:sldMk cId="393939810" sldId="314"/>
            <ac:picMk id="6" creationId="{5746BA9E-2C60-BD04-DE7C-826F689E9923}"/>
          </ac:picMkLst>
        </pc:picChg>
      </pc:sldChg>
      <pc:sldChg chg="addSp modSp mod">
        <pc:chgData name="vaani28032006@outlook.com" userId="b73f3a57cac659aa" providerId="LiveId" clId="{32877206-EBCF-4032-88EA-D365F08D9310}" dt="2025-08-18T05:04:01.342" v="817" actId="20577"/>
        <pc:sldMkLst>
          <pc:docMk/>
          <pc:sldMk cId="848176938" sldId="315"/>
        </pc:sldMkLst>
        <pc:spChg chg="mod">
          <ac:chgData name="vaani28032006@outlook.com" userId="b73f3a57cac659aa" providerId="LiveId" clId="{32877206-EBCF-4032-88EA-D365F08D9310}" dt="2025-08-18T05:04:01.342" v="817" actId="20577"/>
          <ac:spMkLst>
            <pc:docMk/>
            <pc:sldMk cId="848176938" sldId="315"/>
            <ac:spMk id="3" creationId="{39E9C680-615B-9B6A-AA75-38A032397E50}"/>
          </ac:spMkLst>
        </pc:spChg>
        <pc:picChg chg="add mod">
          <ac:chgData name="vaani28032006@outlook.com" userId="b73f3a57cac659aa" providerId="LiveId" clId="{32877206-EBCF-4032-88EA-D365F08D9310}" dt="2025-08-18T02:41:41.826" v="174"/>
          <ac:picMkLst>
            <pc:docMk/>
            <pc:sldMk cId="848176938" sldId="315"/>
            <ac:picMk id="5" creationId="{8FB0E9DD-31B4-CB70-9D39-8290B3C01A7A}"/>
          </ac:picMkLst>
        </pc:picChg>
      </pc:sldChg>
      <pc:sldChg chg="addSp modSp">
        <pc:chgData name="vaani28032006@outlook.com" userId="b73f3a57cac659aa" providerId="LiveId" clId="{32877206-EBCF-4032-88EA-D365F08D9310}" dt="2025-08-18T02:41:47.576" v="176"/>
        <pc:sldMkLst>
          <pc:docMk/>
          <pc:sldMk cId="2750774274" sldId="317"/>
        </pc:sldMkLst>
        <pc:picChg chg="add mod">
          <ac:chgData name="vaani28032006@outlook.com" userId="b73f3a57cac659aa" providerId="LiveId" clId="{32877206-EBCF-4032-88EA-D365F08D9310}" dt="2025-08-18T02:41:47.576" v="176"/>
          <ac:picMkLst>
            <pc:docMk/>
            <pc:sldMk cId="2750774274" sldId="317"/>
            <ac:picMk id="5" creationId="{A2250332-27B4-262C-D2E9-94F33809FECB}"/>
          </ac:picMkLst>
        </pc:picChg>
      </pc:sldChg>
      <pc:sldChg chg="addSp modSp mod">
        <pc:chgData name="vaani28032006@outlook.com" userId="b73f3a57cac659aa" providerId="LiveId" clId="{32877206-EBCF-4032-88EA-D365F08D9310}" dt="2025-08-18T05:06:24.016" v="955" actId="20577"/>
        <pc:sldMkLst>
          <pc:docMk/>
          <pc:sldMk cId="1772029882" sldId="319"/>
        </pc:sldMkLst>
        <pc:spChg chg="mod">
          <ac:chgData name="vaani28032006@outlook.com" userId="b73f3a57cac659aa" providerId="LiveId" clId="{32877206-EBCF-4032-88EA-D365F08D9310}" dt="2025-08-18T05:06:24.016" v="955" actId="20577"/>
          <ac:spMkLst>
            <pc:docMk/>
            <pc:sldMk cId="1772029882" sldId="319"/>
            <ac:spMk id="4" creationId="{E9A9DA99-DF9C-6F6B-DA8D-AE83F7794E4F}"/>
          </ac:spMkLst>
        </pc:spChg>
        <pc:picChg chg="add mod">
          <ac:chgData name="vaani28032006@outlook.com" userId="b73f3a57cac659aa" providerId="LiveId" clId="{32877206-EBCF-4032-88EA-D365F08D9310}" dt="2025-08-18T02:41:53.953" v="178"/>
          <ac:picMkLst>
            <pc:docMk/>
            <pc:sldMk cId="1772029882" sldId="319"/>
            <ac:picMk id="3" creationId="{21749D72-58B6-4377-F0B7-990787749C77}"/>
          </ac:picMkLst>
        </pc:picChg>
      </pc:sldChg>
      <pc:sldChg chg="addSp modSp mod">
        <pc:chgData name="vaani28032006@outlook.com" userId="b73f3a57cac659aa" providerId="LiveId" clId="{32877206-EBCF-4032-88EA-D365F08D9310}" dt="2025-08-18T02:53:21.259" v="458" actId="255"/>
        <pc:sldMkLst>
          <pc:docMk/>
          <pc:sldMk cId="2082137450" sldId="320"/>
        </pc:sldMkLst>
        <pc:spChg chg="mod">
          <ac:chgData name="vaani28032006@outlook.com" userId="b73f3a57cac659aa" providerId="LiveId" clId="{32877206-EBCF-4032-88EA-D365F08D9310}" dt="2025-08-18T02:49:24.445" v="327" actId="20577"/>
          <ac:spMkLst>
            <pc:docMk/>
            <pc:sldMk cId="2082137450" sldId="320"/>
            <ac:spMk id="2" creationId="{1093DC5C-31F5-7293-3D2D-A2DF5CDB4622}"/>
          </ac:spMkLst>
        </pc:spChg>
        <pc:spChg chg="mod">
          <ac:chgData name="vaani28032006@outlook.com" userId="b73f3a57cac659aa" providerId="LiveId" clId="{32877206-EBCF-4032-88EA-D365F08D9310}" dt="2025-08-18T02:53:21.259" v="458" actId="255"/>
          <ac:spMkLst>
            <pc:docMk/>
            <pc:sldMk cId="2082137450" sldId="320"/>
            <ac:spMk id="3" creationId="{7998AFC3-6D25-9F55-0EAD-6D8C8873F1ED}"/>
          </ac:spMkLst>
        </pc:spChg>
        <pc:picChg chg="add mod">
          <ac:chgData name="vaani28032006@outlook.com" userId="b73f3a57cac659aa" providerId="LiveId" clId="{32877206-EBCF-4032-88EA-D365F08D9310}" dt="2025-08-18T02:41:45.149" v="175"/>
          <ac:picMkLst>
            <pc:docMk/>
            <pc:sldMk cId="2082137450" sldId="320"/>
            <ac:picMk id="4" creationId="{6944E7FC-8C0D-4055-FAB4-C840B61B0DBD}"/>
          </ac:picMkLst>
        </pc:picChg>
      </pc:sldChg>
      <pc:sldChg chg="addSp modSp mod modShow">
        <pc:chgData name="vaani28032006@outlook.com" userId="b73f3a57cac659aa" providerId="LiveId" clId="{32877206-EBCF-4032-88EA-D365F08D9310}" dt="2025-08-18T05:04:08.124" v="818" actId="729"/>
        <pc:sldMkLst>
          <pc:docMk/>
          <pc:sldMk cId="315711695" sldId="321"/>
        </pc:sldMkLst>
        <pc:spChg chg="mod">
          <ac:chgData name="vaani28032006@outlook.com" userId="b73f3a57cac659aa" providerId="LiveId" clId="{32877206-EBCF-4032-88EA-D365F08D9310}" dt="2025-08-18T05:04:01.068" v="816" actId="20577"/>
          <ac:spMkLst>
            <pc:docMk/>
            <pc:sldMk cId="315711695" sldId="321"/>
            <ac:spMk id="4" creationId="{7254F72D-4889-16D6-F7BE-3416F9EE3FAB}"/>
          </ac:spMkLst>
        </pc:spChg>
        <pc:picChg chg="add mod">
          <ac:chgData name="vaani28032006@outlook.com" userId="b73f3a57cac659aa" providerId="LiveId" clId="{32877206-EBCF-4032-88EA-D365F08D9310}" dt="2025-08-18T02:41:51.254" v="177"/>
          <ac:picMkLst>
            <pc:docMk/>
            <pc:sldMk cId="315711695" sldId="321"/>
            <ac:picMk id="3" creationId="{195E84C2-52F1-5765-23EA-0C286438FD85}"/>
          </ac:picMkLst>
        </pc:picChg>
      </pc:sldChg>
      <pc:sldChg chg="addSp modSp">
        <pc:chgData name="vaani28032006@outlook.com" userId="b73f3a57cac659aa" providerId="LiveId" clId="{32877206-EBCF-4032-88EA-D365F08D9310}" dt="2025-08-18T02:41:55.939" v="179"/>
        <pc:sldMkLst>
          <pc:docMk/>
          <pc:sldMk cId="1751254187" sldId="322"/>
        </pc:sldMkLst>
        <pc:picChg chg="add mod">
          <ac:chgData name="vaani28032006@outlook.com" userId="b73f3a57cac659aa" providerId="LiveId" clId="{32877206-EBCF-4032-88EA-D365F08D9310}" dt="2025-08-18T02:41:55.939" v="179"/>
          <ac:picMkLst>
            <pc:docMk/>
            <pc:sldMk cId="1751254187" sldId="322"/>
            <ac:picMk id="3" creationId="{695C8D55-042B-8CAC-5C82-5371D6C143BE}"/>
          </ac:picMkLst>
        </pc:picChg>
      </pc:sldChg>
      <pc:sldChg chg="addSp modSp new mod ord">
        <pc:chgData name="vaani28032006@outlook.com" userId="b73f3a57cac659aa" providerId="LiveId" clId="{32877206-EBCF-4032-88EA-D365F08D9310}" dt="2025-08-18T02:46:03.982" v="278" actId="20577"/>
        <pc:sldMkLst>
          <pc:docMk/>
          <pc:sldMk cId="990010430" sldId="323"/>
        </pc:sldMkLst>
        <pc:spChg chg="mod">
          <ac:chgData name="vaani28032006@outlook.com" userId="b73f3a57cac659aa" providerId="LiveId" clId="{32877206-EBCF-4032-88EA-D365F08D9310}" dt="2025-08-18T02:35:23.610" v="88" actId="122"/>
          <ac:spMkLst>
            <pc:docMk/>
            <pc:sldMk cId="990010430" sldId="323"/>
            <ac:spMk id="2" creationId="{9C98683F-5FC5-3C17-7567-C62142FBA2E3}"/>
          </ac:spMkLst>
        </pc:spChg>
        <pc:spChg chg="mod">
          <ac:chgData name="vaani28032006@outlook.com" userId="b73f3a57cac659aa" providerId="LiveId" clId="{32877206-EBCF-4032-88EA-D365F08D9310}" dt="2025-08-18T02:46:03.982" v="278" actId="20577"/>
          <ac:spMkLst>
            <pc:docMk/>
            <pc:sldMk cId="990010430" sldId="323"/>
            <ac:spMk id="3" creationId="{3F7CBBFA-258B-4222-50C9-F9B03507121B}"/>
          </ac:spMkLst>
        </pc:spChg>
        <pc:picChg chg="add mod">
          <ac:chgData name="vaani28032006@outlook.com" userId="b73f3a57cac659aa" providerId="LiveId" clId="{32877206-EBCF-4032-88EA-D365F08D9310}" dt="2025-08-18T02:41:09.946" v="167" actId="14100"/>
          <ac:picMkLst>
            <pc:docMk/>
            <pc:sldMk cId="990010430" sldId="323"/>
            <ac:picMk id="5" creationId="{877C3519-28E1-B967-0A03-971F7C01B53F}"/>
          </ac:picMkLst>
        </pc:picChg>
        <pc:picChg chg="add mod">
          <ac:chgData name="vaani28032006@outlook.com" userId="b73f3a57cac659aa" providerId="LiveId" clId="{32877206-EBCF-4032-88EA-D365F08D9310}" dt="2025-08-18T02:42:09.299" v="180"/>
          <ac:picMkLst>
            <pc:docMk/>
            <pc:sldMk cId="990010430" sldId="323"/>
            <ac:picMk id="6" creationId="{40837FB0-D891-4AA2-8C37-94819561CAE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89B57-5514-455A-9CA4-C50E5BAEA81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44B37FE-F10D-451D-9E9E-32A36F7174E1}">
      <dgm:prSet phldrT="[Text]"/>
      <dgm:spPr/>
      <dgm:t>
        <a:bodyPr/>
        <a:lstStyle/>
        <a:p>
          <a:r>
            <a:rPr lang="en-US" dirty="0"/>
            <a:t>INPUT</a:t>
          </a:r>
          <a:endParaRPr lang="en-IN" dirty="0"/>
        </a:p>
      </dgm:t>
    </dgm:pt>
    <dgm:pt modelId="{015B234F-465A-4F2F-9E7A-7692C8181A3B}" type="parTrans" cxnId="{46570F35-F0D5-4C5F-B656-AEA2138A3F03}">
      <dgm:prSet/>
      <dgm:spPr/>
      <dgm:t>
        <a:bodyPr/>
        <a:lstStyle/>
        <a:p>
          <a:endParaRPr lang="en-IN"/>
        </a:p>
      </dgm:t>
    </dgm:pt>
    <dgm:pt modelId="{2D47823D-D61F-4162-B44D-EF042824A5D6}" type="sibTrans" cxnId="{46570F35-F0D5-4C5F-B656-AEA2138A3F03}">
      <dgm:prSet/>
      <dgm:spPr/>
      <dgm:t>
        <a:bodyPr/>
        <a:lstStyle/>
        <a:p>
          <a:endParaRPr lang="en-IN"/>
        </a:p>
      </dgm:t>
    </dgm:pt>
    <dgm:pt modelId="{42B671B3-3A4A-43BA-BB0D-94CFC5A9B398}">
      <dgm:prSet phldrT="[Text]"/>
      <dgm:spPr/>
      <dgm:t>
        <a:bodyPr/>
        <a:lstStyle/>
        <a:p>
          <a:r>
            <a:rPr lang="en-US" dirty="0"/>
            <a:t>AI TEXT</a:t>
          </a:r>
          <a:endParaRPr lang="en-IN" dirty="0"/>
        </a:p>
      </dgm:t>
    </dgm:pt>
    <dgm:pt modelId="{B7A6E7BA-C068-4CDE-A32D-3C7E6B67E219}" type="parTrans" cxnId="{BDD2126A-5653-497E-80DF-AEF7CBDAD642}">
      <dgm:prSet/>
      <dgm:spPr/>
      <dgm:t>
        <a:bodyPr/>
        <a:lstStyle/>
        <a:p>
          <a:endParaRPr lang="en-IN"/>
        </a:p>
      </dgm:t>
    </dgm:pt>
    <dgm:pt modelId="{FEFF7481-87B6-4D03-90A4-2A118E24EBB4}" type="sibTrans" cxnId="{BDD2126A-5653-497E-80DF-AEF7CBDAD642}">
      <dgm:prSet/>
      <dgm:spPr/>
      <dgm:t>
        <a:bodyPr/>
        <a:lstStyle/>
        <a:p>
          <a:endParaRPr lang="en-IN"/>
        </a:p>
      </dgm:t>
    </dgm:pt>
    <dgm:pt modelId="{F605AF77-B075-49E1-82F8-2AA9B558C6C7}">
      <dgm:prSet phldrT="[Text]"/>
      <dgm:spPr/>
      <dgm:t>
        <a:bodyPr/>
        <a:lstStyle/>
        <a:p>
          <a:r>
            <a:rPr lang="en-US" dirty="0"/>
            <a:t>VIDEO</a:t>
          </a:r>
          <a:endParaRPr lang="en-IN" dirty="0"/>
        </a:p>
      </dgm:t>
    </dgm:pt>
    <dgm:pt modelId="{B9EEEE59-B143-4401-B435-7FB8DBE6D19D}" type="parTrans" cxnId="{A64C66A8-F834-4C37-8AB4-D1FFC647B5D8}">
      <dgm:prSet/>
      <dgm:spPr/>
      <dgm:t>
        <a:bodyPr/>
        <a:lstStyle/>
        <a:p>
          <a:endParaRPr lang="en-IN"/>
        </a:p>
      </dgm:t>
    </dgm:pt>
    <dgm:pt modelId="{3AA099FB-C952-4B0A-B183-CDA74D0B3277}" type="sibTrans" cxnId="{A64C66A8-F834-4C37-8AB4-D1FFC647B5D8}">
      <dgm:prSet/>
      <dgm:spPr/>
      <dgm:t>
        <a:bodyPr/>
        <a:lstStyle/>
        <a:p>
          <a:endParaRPr lang="en-IN"/>
        </a:p>
      </dgm:t>
    </dgm:pt>
    <dgm:pt modelId="{5EE52A88-7242-429D-8C96-7C878947A8DA}">
      <dgm:prSet phldrT="[Text]"/>
      <dgm:spPr/>
      <dgm:t>
        <a:bodyPr/>
        <a:lstStyle/>
        <a:p>
          <a:r>
            <a:rPr lang="en-US" dirty="0"/>
            <a:t>SLIDES</a:t>
          </a:r>
          <a:endParaRPr lang="en-IN" dirty="0"/>
        </a:p>
      </dgm:t>
    </dgm:pt>
    <dgm:pt modelId="{B3568477-C5E4-451F-81C2-5781FFEDB9BA}" type="parTrans" cxnId="{9682BEFD-FC6F-4111-A8D1-4A69DA24F33A}">
      <dgm:prSet/>
      <dgm:spPr/>
      <dgm:t>
        <a:bodyPr/>
        <a:lstStyle/>
        <a:p>
          <a:endParaRPr lang="en-IN"/>
        </a:p>
      </dgm:t>
    </dgm:pt>
    <dgm:pt modelId="{0118E698-4454-4FE0-8557-E2AD61AB0FB4}" type="sibTrans" cxnId="{9682BEFD-FC6F-4111-A8D1-4A69DA24F33A}">
      <dgm:prSet/>
      <dgm:spPr/>
      <dgm:t>
        <a:bodyPr/>
        <a:lstStyle/>
        <a:p>
          <a:endParaRPr lang="en-IN"/>
        </a:p>
      </dgm:t>
    </dgm:pt>
    <dgm:pt modelId="{B4E2AD1B-DB4D-44A6-AA84-0F40EA69FE90}">
      <dgm:prSet phldrT="[Text]"/>
      <dgm:spPr/>
      <dgm:t>
        <a:bodyPr/>
        <a:lstStyle/>
        <a:p>
          <a:r>
            <a:rPr lang="en-US" dirty="0"/>
            <a:t>AUDIO</a:t>
          </a:r>
          <a:endParaRPr lang="en-IN" dirty="0"/>
        </a:p>
      </dgm:t>
    </dgm:pt>
    <dgm:pt modelId="{C1822AC4-0A52-4DC9-B33D-C6D441A97BAF}" type="parTrans" cxnId="{8811E7BB-B940-4DAC-8DBA-72C1756A9EF6}">
      <dgm:prSet/>
      <dgm:spPr/>
      <dgm:t>
        <a:bodyPr/>
        <a:lstStyle/>
        <a:p>
          <a:endParaRPr lang="en-IN"/>
        </a:p>
      </dgm:t>
    </dgm:pt>
    <dgm:pt modelId="{8927DBC6-9E08-4FAF-B73C-E54BA3338BC5}" type="sibTrans" cxnId="{8811E7BB-B940-4DAC-8DBA-72C1756A9EF6}">
      <dgm:prSet/>
      <dgm:spPr/>
      <dgm:t>
        <a:bodyPr/>
        <a:lstStyle/>
        <a:p>
          <a:endParaRPr lang="en-IN"/>
        </a:p>
      </dgm:t>
    </dgm:pt>
    <dgm:pt modelId="{5BEC70D3-C0FD-4C6B-9E7D-D3A2C887EB2F}" type="pres">
      <dgm:prSet presAssocID="{8B189B57-5514-455A-9CA4-C50E5BAEA813}" presName="CompostProcess" presStyleCnt="0">
        <dgm:presLayoutVars>
          <dgm:dir/>
          <dgm:resizeHandles val="exact"/>
        </dgm:presLayoutVars>
      </dgm:prSet>
      <dgm:spPr/>
    </dgm:pt>
    <dgm:pt modelId="{DC45B543-B4FC-4286-A264-728D8D9A46F3}" type="pres">
      <dgm:prSet presAssocID="{8B189B57-5514-455A-9CA4-C50E5BAEA813}" presName="arrow" presStyleLbl="bgShp" presStyleIdx="0" presStyleCnt="1" custLinFactX="-45070" custLinFactNeighborX="-100000" custLinFactNeighborY="5829"/>
      <dgm:spPr/>
    </dgm:pt>
    <dgm:pt modelId="{C5A9CD96-B0BA-4815-BB63-B1B3FA626574}" type="pres">
      <dgm:prSet presAssocID="{8B189B57-5514-455A-9CA4-C50E5BAEA813}" presName="linearProcess" presStyleCnt="0"/>
      <dgm:spPr/>
    </dgm:pt>
    <dgm:pt modelId="{C6288493-83E8-45A9-85E3-B4C376DF5BE8}" type="pres">
      <dgm:prSet presAssocID="{544B37FE-F10D-451D-9E9E-32A36F7174E1}" presName="textNode" presStyleLbl="node1" presStyleIdx="0" presStyleCnt="5" custLinFactNeighborX="83565" custLinFactNeighborY="1438">
        <dgm:presLayoutVars>
          <dgm:bulletEnabled val="1"/>
        </dgm:presLayoutVars>
      </dgm:prSet>
      <dgm:spPr/>
    </dgm:pt>
    <dgm:pt modelId="{CAF09FEA-7EDB-4B6E-957B-C4D550517F75}" type="pres">
      <dgm:prSet presAssocID="{2D47823D-D61F-4162-B44D-EF042824A5D6}" presName="sibTrans" presStyleCnt="0"/>
      <dgm:spPr/>
    </dgm:pt>
    <dgm:pt modelId="{75B68130-6316-4E3F-B1DA-15635888E580}" type="pres">
      <dgm:prSet presAssocID="{42B671B3-3A4A-43BA-BB0D-94CFC5A9B398}" presName="textNode" presStyleLbl="node1" presStyleIdx="1" presStyleCnt="5">
        <dgm:presLayoutVars>
          <dgm:bulletEnabled val="1"/>
        </dgm:presLayoutVars>
      </dgm:prSet>
      <dgm:spPr/>
    </dgm:pt>
    <dgm:pt modelId="{CB9CC3EF-0EF4-43AA-BD4F-18A175BEAD88}" type="pres">
      <dgm:prSet presAssocID="{FEFF7481-87B6-4D03-90A4-2A118E24EBB4}" presName="sibTrans" presStyleCnt="0"/>
      <dgm:spPr/>
    </dgm:pt>
    <dgm:pt modelId="{B9BA55C3-DB76-4953-A169-942AEB36041E}" type="pres">
      <dgm:prSet presAssocID="{5EE52A88-7242-429D-8C96-7C878947A8DA}" presName="textNode" presStyleLbl="node1" presStyleIdx="2" presStyleCnt="5">
        <dgm:presLayoutVars>
          <dgm:bulletEnabled val="1"/>
        </dgm:presLayoutVars>
      </dgm:prSet>
      <dgm:spPr/>
    </dgm:pt>
    <dgm:pt modelId="{1362B785-8E5D-495E-A77A-1D1FED34B691}" type="pres">
      <dgm:prSet presAssocID="{0118E698-4454-4FE0-8557-E2AD61AB0FB4}" presName="sibTrans" presStyleCnt="0"/>
      <dgm:spPr/>
    </dgm:pt>
    <dgm:pt modelId="{C1C114EC-DA2F-4B55-A77B-4DB1B695E61C}" type="pres">
      <dgm:prSet presAssocID="{B4E2AD1B-DB4D-44A6-AA84-0F40EA69FE90}" presName="textNode" presStyleLbl="node1" presStyleIdx="3" presStyleCnt="5">
        <dgm:presLayoutVars>
          <dgm:bulletEnabled val="1"/>
        </dgm:presLayoutVars>
      </dgm:prSet>
      <dgm:spPr/>
    </dgm:pt>
    <dgm:pt modelId="{AF18844C-ADF3-4B50-B3CF-3BDD867E5795}" type="pres">
      <dgm:prSet presAssocID="{8927DBC6-9E08-4FAF-B73C-E54BA3338BC5}" presName="sibTrans" presStyleCnt="0"/>
      <dgm:spPr/>
    </dgm:pt>
    <dgm:pt modelId="{1112098B-CD93-4AC7-BBCC-9582FD747FF2}" type="pres">
      <dgm:prSet presAssocID="{F605AF77-B075-49E1-82F8-2AA9B558C6C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1E4E5409-10A9-4F00-B0F5-4A73CF972B73}" type="presOf" srcId="{544B37FE-F10D-451D-9E9E-32A36F7174E1}" destId="{C6288493-83E8-45A9-85E3-B4C376DF5BE8}" srcOrd="0" destOrd="0" presId="urn:microsoft.com/office/officeart/2005/8/layout/hProcess9"/>
    <dgm:cxn modelId="{1A31910D-18EA-47A2-ABC7-207CC632F525}" type="presOf" srcId="{8B189B57-5514-455A-9CA4-C50E5BAEA813}" destId="{5BEC70D3-C0FD-4C6B-9E7D-D3A2C887EB2F}" srcOrd="0" destOrd="0" presId="urn:microsoft.com/office/officeart/2005/8/layout/hProcess9"/>
    <dgm:cxn modelId="{7BF8740F-1DF8-435E-966D-1CDE4A598EEF}" type="presOf" srcId="{B4E2AD1B-DB4D-44A6-AA84-0F40EA69FE90}" destId="{C1C114EC-DA2F-4B55-A77B-4DB1B695E61C}" srcOrd="0" destOrd="0" presId="urn:microsoft.com/office/officeart/2005/8/layout/hProcess9"/>
    <dgm:cxn modelId="{9DF6C033-2D74-47FF-8489-EB56660E8EC8}" type="presOf" srcId="{F605AF77-B075-49E1-82F8-2AA9B558C6C7}" destId="{1112098B-CD93-4AC7-BBCC-9582FD747FF2}" srcOrd="0" destOrd="0" presId="urn:microsoft.com/office/officeart/2005/8/layout/hProcess9"/>
    <dgm:cxn modelId="{46570F35-F0D5-4C5F-B656-AEA2138A3F03}" srcId="{8B189B57-5514-455A-9CA4-C50E5BAEA813}" destId="{544B37FE-F10D-451D-9E9E-32A36F7174E1}" srcOrd="0" destOrd="0" parTransId="{015B234F-465A-4F2F-9E7A-7692C8181A3B}" sibTransId="{2D47823D-D61F-4162-B44D-EF042824A5D6}"/>
    <dgm:cxn modelId="{DE7C8539-71B5-4D8F-A833-7C60A071FDAB}" type="presOf" srcId="{42B671B3-3A4A-43BA-BB0D-94CFC5A9B398}" destId="{75B68130-6316-4E3F-B1DA-15635888E580}" srcOrd="0" destOrd="0" presId="urn:microsoft.com/office/officeart/2005/8/layout/hProcess9"/>
    <dgm:cxn modelId="{BDD2126A-5653-497E-80DF-AEF7CBDAD642}" srcId="{8B189B57-5514-455A-9CA4-C50E5BAEA813}" destId="{42B671B3-3A4A-43BA-BB0D-94CFC5A9B398}" srcOrd="1" destOrd="0" parTransId="{B7A6E7BA-C068-4CDE-A32D-3C7E6B67E219}" sibTransId="{FEFF7481-87B6-4D03-90A4-2A118E24EBB4}"/>
    <dgm:cxn modelId="{A64C66A8-F834-4C37-8AB4-D1FFC647B5D8}" srcId="{8B189B57-5514-455A-9CA4-C50E5BAEA813}" destId="{F605AF77-B075-49E1-82F8-2AA9B558C6C7}" srcOrd="4" destOrd="0" parTransId="{B9EEEE59-B143-4401-B435-7FB8DBE6D19D}" sibTransId="{3AA099FB-C952-4B0A-B183-CDA74D0B3277}"/>
    <dgm:cxn modelId="{8811E7BB-B940-4DAC-8DBA-72C1756A9EF6}" srcId="{8B189B57-5514-455A-9CA4-C50E5BAEA813}" destId="{B4E2AD1B-DB4D-44A6-AA84-0F40EA69FE90}" srcOrd="3" destOrd="0" parTransId="{C1822AC4-0A52-4DC9-B33D-C6D441A97BAF}" sibTransId="{8927DBC6-9E08-4FAF-B73C-E54BA3338BC5}"/>
    <dgm:cxn modelId="{9682BEFD-FC6F-4111-A8D1-4A69DA24F33A}" srcId="{8B189B57-5514-455A-9CA4-C50E5BAEA813}" destId="{5EE52A88-7242-429D-8C96-7C878947A8DA}" srcOrd="2" destOrd="0" parTransId="{B3568477-C5E4-451F-81C2-5781FFEDB9BA}" sibTransId="{0118E698-4454-4FE0-8557-E2AD61AB0FB4}"/>
    <dgm:cxn modelId="{D3B1D5FD-EB76-48BA-BC3D-F92225ED5672}" type="presOf" srcId="{5EE52A88-7242-429D-8C96-7C878947A8DA}" destId="{B9BA55C3-DB76-4953-A169-942AEB36041E}" srcOrd="0" destOrd="0" presId="urn:microsoft.com/office/officeart/2005/8/layout/hProcess9"/>
    <dgm:cxn modelId="{93AB1BA9-7F58-4C24-98C6-993567A78192}" type="presParOf" srcId="{5BEC70D3-C0FD-4C6B-9E7D-D3A2C887EB2F}" destId="{DC45B543-B4FC-4286-A264-728D8D9A46F3}" srcOrd="0" destOrd="0" presId="urn:microsoft.com/office/officeart/2005/8/layout/hProcess9"/>
    <dgm:cxn modelId="{53BAE3E8-7701-44AE-BF38-4735A8BD9EE8}" type="presParOf" srcId="{5BEC70D3-C0FD-4C6B-9E7D-D3A2C887EB2F}" destId="{C5A9CD96-B0BA-4815-BB63-B1B3FA626574}" srcOrd="1" destOrd="0" presId="urn:microsoft.com/office/officeart/2005/8/layout/hProcess9"/>
    <dgm:cxn modelId="{3F1A542F-E1AC-44FF-A3A8-B0B21E158943}" type="presParOf" srcId="{C5A9CD96-B0BA-4815-BB63-B1B3FA626574}" destId="{C6288493-83E8-45A9-85E3-B4C376DF5BE8}" srcOrd="0" destOrd="0" presId="urn:microsoft.com/office/officeart/2005/8/layout/hProcess9"/>
    <dgm:cxn modelId="{B7BC4F59-3154-4D38-BC24-DBEFF4E21B2D}" type="presParOf" srcId="{C5A9CD96-B0BA-4815-BB63-B1B3FA626574}" destId="{CAF09FEA-7EDB-4B6E-957B-C4D550517F75}" srcOrd="1" destOrd="0" presId="urn:microsoft.com/office/officeart/2005/8/layout/hProcess9"/>
    <dgm:cxn modelId="{7A677F19-851C-4F14-8EFF-8345502A91D5}" type="presParOf" srcId="{C5A9CD96-B0BA-4815-BB63-B1B3FA626574}" destId="{75B68130-6316-4E3F-B1DA-15635888E580}" srcOrd="2" destOrd="0" presId="urn:microsoft.com/office/officeart/2005/8/layout/hProcess9"/>
    <dgm:cxn modelId="{41401C23-6BAD-4E63-AC9A-3FA17E1802CA}" type="presParOf" srcId="{C5A9CD96-B0BA-4815-BB63-B1B3FA626574}" destId="{CB9CC3EF-0EF4-43AA-BD4F-18A175BEAD88}" srcOrd="3" destOrd="0" presId="urn:microsoft.com/office/officeart/2005/8/layout/hProcess9"/>
    <dgm:cxn modelId="{B0DDB1C6-6E00-4FFD-8440-65F057930DA0}" type="presParOf" srcId="{C5A9CD96-B0BA-4815-BB63-B1B3FA626574}" destId="{B9BA55C3-DB76-4953-A169-942AEB36041E}" srcOrd="4" destOrd="0" presId="urn:microsoft.com/office/officeart/2005/8/layout/hProcess9"/>
    <dgm:cxn modelId="{15DFC11E-5B2A-4AF0-93EB-0B57E544AA70}" type="presParOf" srcId="{C5A9CD96-B0BA-4815-BB63-B1B3FA626574}" destId="{1362B785-8E5D-495E-A77A-1D1FED34B691}" srcOrd="5" destOrd="0" presId="urn:microsoft.com/office/officeart/2005/8/layout/hProcess9"/>
    <dgm:cxn modelId="{8189A237-643D-4845-93D0-4484D479059C}" type="presParOf" srcId="{C5A9CD96-B0BA-4815-BB63-B1B3FA626574}" destId="{C1C114EC-DA2F-4B55-A77B-4DB1B695E61C}" srcOrd="6" destOrd="0" presId="urn:microsoft.com/office/officeart/2005/8/layout/hProcess9"/>
    <dgm:cxn modelId="{B13BF456-F59D-452A-9356-CF442CC0C5AF}" type="presParOf" srcId="{C5A9CD96-B0BA-4815-BB63-B1B3FA626574}" destId="{AF18844C-ADF3-4B50-B3CF-3BDD867E5795}" srcOrd="7" destOrd="0" presId="urn:microsoft.com/office/officeart/2005/8/layout/hProcess9"/>
    <dgm:cxn modelId="{52ADF990-14C8-469D-B954-AD47145A11BD}" type="presParOf" srcId="{C5A9CD96-B0BA-4815-BB63-B1B3FA626574}" destId="{1112098B-CD93-4AC7-BBCC-9582FD747FF2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5B543-B4FC-4286-A264-728D8D9A46F3}">
      <dsp:nvSpPr>
        <dsp:cNvPr id="0" name=""/>
        <dsp:cNvSpPr/>
      </dsp:nvSpPr>
      <dsp:spPr>
        <a:xfrm>
          <a:off x="0" y="0"/>
          <a:ext cx="3800938" cy="328397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88493-83E8-45A9-85E3-B4C376DF5BE8}">
      <dsp:nvSpPr>
        <dsp:cNvPr id="0" name=""/>
        <dsp:cNvSpPr/>
      </dsp:nvSpPr>
      <dsp:spPr>
        <a:xfrm>
          <a:off x="56138" y="1004081"/>
          <a:ext cx="840714" cy="13135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INPUT</a:t>
          </a:r>
          <a:endParaRPr lang="en-IN" sz="1600" kern="1200" dirty="0"/>
        </a:p>
      </dsp:txBody>
      <dsp:txXfrm>
        <a:off x="97178" y="1045121"/>
        <a:ext cx="758634" cy="1231509"/>
      </dsp:txXfrm>
    </dsp:sp>
    <dsp:sp modelId="{75B68130-6316-4E3F-B1DA-15635888E580}">
      <dsp:nvSpPr>
        <dsp:cNvPr id="0" name=""/>
        <dsp:cNvSpPr/>
      </dsp:nvSpPr>
      <dsp:spPr>
        <a:xfrm>
          <a:off x="907851" y="985192"/>
          <a:ext cx="840714" cy="13135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AI TEXT</a:t>
          </a:r>
          <a:endParaRPr lang="en-IN" sz="1600" kern="1200" dirty="0"/>
        </a:p>
      </dsp:txBody>
      <dsp:txXfrm>
        <a:off x="948891" y="1026232"/>
        <a:ext cx="758634" cy="1231509"/>
      </dsp:txXfrm>
    </dsp:sp>
    <dsp:sp modelId="{B9BA55C3-DB76-4953-A169-942AEB36041E}">
      <dsp:nvSpPr>
        <dsp:cNvPr id="0" name=""/>
        <dsp:cNvSpPr/>
      </dsp:nvSpPr>
      <dsp:spPr>
        <a:xfrm>
          <a:off x="1815488" y="985192"/>
          <a:ext cx="840714" cy="13135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SLIDES</a:t>
          </a:r>
          <a:endParaRPr lang="en-IN" sz="1600" kern="1200" dirty="0"/>
        </a:p>
      </dsp:txBody>
      <dsp:txXfrm>
        <a:off x="1856528" y="1026232"/>
        <a:ext cx="758634" cy="1231509"/>
      </dsp:txXfrm>
    </dsp:sp>
    <dsp:sp modelId="{C1C114EC-DA2F-4B55-A77B-4DB1B695E61C}">
      <dsp:nvSpPr>
        <dsp:cNvPr id="0" name=""/>
        <dsp:cNvSpPr/>
      </dsp:nvSpPr>
      <dsp:spPr>
        <a:xfrm>
          <a:off x="2723125" y="985192"/>
          <a:ext cx="840714" cy="13135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AUDIO</a:t>
          </a:r>
          <a:endParaRPr lang="en-IN" sz="1600" kern="1200" dirty="0"/>
        </a:p>
      </dsp:txBody>
      <dsp:txXfrm>
        <a:off x="2764165" y="1026232"/>
        <a:ext cx="758634" cy="1231509"/>
      </dsp:txXfrm>
    </dsp:sp>
    <dsp:sp modelId="{1112098B-CD93-4AC7-BBCC-9582FD747FF2}">
      <dsp:nvSpPr>
        <dsp:cNvPr id="0" name=""/>
        <dsp:cNvSpPr/>
      </dsp:nvSpPr>
      <dsp:spPr>
        <a:xfrm>
          <a:off x="3630762" y="985192"/>
          <a:ext cx="840714" cy="13135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VIDEO</a:t>
          </a:r>
          <a:endParaRPr lang="en-IN" sz="1600" kern="1200" dirty="0"/>
        </a:p>
      </dsp:txBody>
      <dsp:txXfrm>
        <a:off x="3671802" y="1026232"/>
        <a:ext cx="758634" cy="1231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1C2E0-C7C0-43B2-801F-5FA2FCF99FA1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FE5C4-0AE6-4800-94F9-B3D0B7432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41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FE5C4-0AE6-4800-94F9-B3D0B74328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10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udlguidelines.cast.org/?utm_source=chatgpt.com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600" dirty="0" err="1"/>
              <a:t>K</a:t>
            </a:r>
            <a:r>
              <a:rPr lang="en-US" sz="7200" dirty="0" err="1"/>
              <a:t>oncept</a:t>
            </a:r>
            <a:r>
              <a:rPr lang="en-US" sz="6600" dirty="0"/>
              <a:t>- Your Personal Ai Teacher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683F-5FC5-3C17-7567-C62142FB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Team ALLIES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CBBFA-258B-4222-50C9-F9B035071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HEMANT KUMAR        2823231</a:t>
            </a:r>
          </a:p>
          <a:p>
            <a:pPr marL="0" indent="0">
              <a:buNone/>
            </a:pPr>
            <a:r>
              <a:rPr lang="en-US" sz="3600" b="1" dirty="0"/>
              <a:t>VAANI MANGAL           2823212</a:t>
            </a:r>
          </a:p>
          <a:p>
            <a:pPr marL="0" indent="0">
              <a:buNone/>
            </a:pPr>
            <a:r>
              <a:rPr lang="en-US" sz="3600" b="1" dirty="0"/>
              <a:t>DEVANSH HURIA         2823225</a:t>
            </a:r>
          </a:p>
          <a:p>
            <a:pPr marL="0" indent="0">
              <a:buNone/>
            </a:pPr>
            <a:r>
              <a:rPr lang="en-US" sz="3600" b="1" dirty="0"/>
              <a:t>VIVEK KADYAN            2823230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C3519-28E1-B967-0A03-971F7C01B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" y="0"/>
            <a:ext cx="1612911" cy="859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837FB0-D891-4AA2-8C37-94819561C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7AF2-BFA7-B652-FDB1-86FB03AD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6DFA-3BEB-61A0-7214-BD60A175F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/>
              <a:t>Current Limitations of AI Chatbots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Most AI chatbots provide </a:t>
            </a:r>
            <a:r>
              <a:rPr lang="en-US" sz="1800" b="1" dirty="0"/>
              <a:t>only text-based output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Text is powerful, but it often lacks </a:t>
            </a:r>
            <a:r>
              <a:rPr lang="en-US" sz="1800" b="1" dirty="0"/>
              <a:t>engagement and interest</a:t>
            </a:r>
          </a:p>
          <a:p>
            <a:pPr algn="ctr">
              <a:buNone/>
            </a:pPr>
            <a:r>
              <a:rPr lang="en-US" sz="2000" b="1" dirty="0"/>
              <a:t>Key Problems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Engagement</a:t>
            </a:r>
            <a:r>
              <a:rPr lang="en-US" sz="1800" dirty="0"/>
              <a:t> – Plain text feels boring; not interactive or visually appealing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Accessibility</a:t>
            </a:r>
            <a:r>
              <a:rPr lang="en-US" sz="1800" dirty="0"/>
              <a:t> – Not suitable for users who face reading difficulties or prefer auditory learning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Usability</a:t>
            </a:r>
            <a:r>
              <a:rPr lang="en-US" sz="1800" dirty="0"/>
              <a:t> – Students, teachers, and professionals must spend extra time converting text into slides or audio-visual content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3E7B9-47F9-D6E6-7042-7C921C443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We need an AI chatbot that can automatically generate ready-to-use multimedia presentations — complete with slides and narration.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4E2D3-7879-F219-9DFD-1151C05F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8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FDD6-943B-6395-E967-DDB83C44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FB09D-8826-AF11-C962-9C1EF95A8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1) Conversational AI &amp; Chatbots</a:t>
            </a:r>
            <a:endParaRPr lang="en-US" dirty="0"/>
          </a:p>
          <a:p>
            <a:r>
              <a:rPr lang="en-US" sz="1700" dirty="0"/>
              <a:t>Limitation: Output is </a:t>
            </a:r>
            <a:r>
              <a:rPr lang="en-US" sz="1700" b="1" dirty="0"/>
              <a:t>text-only</a:t>
            </a:r>
            <a:r>
              <a:rPr lang="en-US" sz="1700" dirty="0"/>
              <a:t>; no built-in audio or video delivery</a:t>
            </a:r>
          </a:p>
          <a:p>
            <a:r>
              <a:rPr lang="en-US" sz="1700" dirty="0"/>
              <a:t>The focus must shift from </a:t>
            </a:r>
            <a:r>
              <a:rPr lang="en-US" sz="1700" b="1" dirty="0"/>
              <a:t>text-only</a:t>
            </a:r>
            <a:r>
              <a:rPr lang="en-US" sz="1700" dirty="0"/>
              <a:t> to </a:t>
            </a:r>
            <a:r>
              <a:rPr lang="en-US" sz="1700" b="1" dirty="0"/>
              <a:t>rich media</a:t>
            </a:r>
            <a:endParaRPr lang="en-US" sz="1700" dirty="0"/>
          </a:p>
          <a:p>
            <a:pPr algn="ctr"/>
            <a:r>
              <a:rPr lang="en-US" b="1" dirty="0"/>
              <a:t>2) Multimedia Learning Theory</a:t>
            </a:r>
          </a:p>
          <a:p>
            <a:r>
              <a:rPr lang="en-US" sz="1600" dirty="0"/>
              <a:t>According to </a:t>
            </a:r>
            <a:r>
              <a:rPr lang="en-US" sz="1600" b="1" dirty="0"/>
              <a:t>Mayer’s Cognitive Theory of Multimedia Learning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Combining </a:t>
            </a:r>
            <a:r>
              <a:rPr lang="en-US" sz="1600" b="1" dirty="0"/>
              <a:t>words + pictures + narration</a:t>
            </a:r>
            <a:r>
              <a:rPr lang="en-US" sz="1600" dirty="0"/>
              <a:t> improves retention</a:t>
            </a:r>
          </a:p>
          <a:p>
            <a:pPr lvl="1"/>
            <a:r>
              <a:rPr lang="en-US" sz="1600" b="1" dirty="0"/>
              <a:t>Dual-channel processing</a:t>
            </a:r>
            <a:r>
              <a:rPr lang="en-US" sz="1600" dirty="0"/>
              <a:t> (audio + visual) helps balance cognitive load</a:t>
            </a:r>
          </a:p>
          <a:p>
            <a:pPr marL="201168" lvl="1" indent="0">
              <a:buNone/>
            </a:pPr>
            <a:r>
              <a:rPr lang="en-US" sz="1600" dirty="0"/>
              <a:t>This theory supports the idea that chatbot outputs as </a:t>
            </a:r>
            <a:r>
              <a:rPr lang="en-US" sz="1600" b="1" dirty="0"/>
              <a:t>slideshows + voiceover</a:t>
            </a:r>
            <a:r>
              <a:rPr lang="en-US" sz="1600" dirty="0"/>
              <a:t> will enhance learning effectiveness</a:t>
            </a:r>
          </a:p>
          <a:p>
            <a:pPr algn="ctr"/>
            <a:r>
              <a:rPr lang="en-US" b="1" dirty="0"/>
              <a:t>3) Accessibility &amp; UDL (Universal Design for Learning)</a:t>
            </a:r>
          </a:p>
          <a:p>
            <a:r>
              <a:rPr lang="en-US" sz="1600" dirty="0"/>
              <a:t>Diverse learners need </a:t>
            </a:r>
            <a:r>
              <a:rPr lang="en-US" sz="1600" b="1" dirty="0"/>
              <a:t>multiple modes of representation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C0175-AF73-DC82-CE63-2491F8F7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Summarized studies and approaches related to our topic.</a:t>
            </a:r>
          </a:p>
          <a:p>
            <a:r>
              <a:rPr lang="en-US" dirty="0"/>
              <a:t>Highlight strengths and limitations </a:t>
            </a:r>
          </a:p>
          <a:p>
            <a:r>
              <a:rPr lang="en-US" dirty="0"/>
              <a:t>Identify any recurring patterns, common gaps.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D7F91-1F14-2354-EB2D-B075FF37E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4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BC7F-BE12-FC54-4C9C-A7592D98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648732"/>
            <a:ext cx="3517567" cy="2093975"/>
          </a:xfrm>
        </p:spPr>
        <p:txBody>
          <a:bodyPr/>
          <a:lstStyle/>
          <a:p>
            <a:r>
              <a:rPr lang="en-IN" dirty="0"/>
              <a:t>Novelty and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1FE8B-CE71-A33D-B9BD-1561F6E6C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sz="2000" b="1" dirty="0"/>
              <a:t>Gaps</a:t>
            </a:r>
          </a:p>
          <a:p>
            <a:r>
              <a:rPr lang="en-US" sz="1600" dirty="0"/>
              <a:t>Current chatbots provide </a:t>
            </a:r>
            <a:r>
              <a:rPr lang="en-US" sz="1600" b="1" dirty="0"/>
              <a:t>text-only responses</a:t>
            </a:r>
            <a:endParaRPr lang="en-US" sz="1600" dirty="0"/>
          </a:p>
          <a:p>
            <a:r>
              <a:rPr lang="en-US" sz="1600" dirty="0"/>
              <a:t>No </a:t>
            </a:r>
            <a:r>
              <a:rPr lang="en-US" sz="1600" b="1" dirty="0"/>
              <a:t>single end-to-end pipeline</a:t>
            </a:r>
            <a:r>
              <a:rPr lang="en-US" sz="1600" dirty="0"/>
              <a:t> that converts chatbot output → slides → narration → video</a:t>
            </a:r>
          </a:p>
          <a:p>
            <a:r>
              <a:rPr lang="en-US" sz="1600" b="1" dirty="0"/>
              <a:t>Time-consuming</a:t>
            </a:r>
            <a:r>
              <a:rPr lang="en-US" sz="1600" dirty="0"/>
              <a:t> process</a:t>
            </a:r>
          </a:p>
          <a:p>
            <a:pPr algn="ctr"/>
            <a:r>
              <a:rPr lang="en-IN" sz="2000" b="1" dirty="0"/>
              <a:t>Novelty</a:t>
            </a:r>
          </a:p>
          <a:p>
            <a:pPr>
              <a:buNone/>
            </a:pPr>
            <a:r>
              <a:rPr lang="en-IN" b="1" dirty="0"/>
              <a:t>What Makes Our Work Unique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End-to-end automation</a:t>
            </a:r>
            <a:r>
              <a:rPr lang="en-IN" dirty="0"/>
              <a:t>: LLM → slides → narration →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Higher engagement and accessibility</a:t>
            </a:r>
            <a:r>
              <a:rPr lang="en-IN" dirty="0"/>
              <a:t>: multimedia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Time-saving</a:t>
            </a:r>
            <a:r>
              <a:rPr lang="en-IN" dirty="0"/>
              <a:t>: no manual slide/audio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Application-ready</a:t>
            </a:r>
            <a:r>
              <a:rPr lang="en-IN" dirty="0"/>
              <a:t>: usable in classrooms, meetings, seminars</a:t>
            </a:r>
          </a:p>
          <a:p>
            <a:endParaRPr lang="en-IN" sz="20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039C7-08B0-8698-F854-D347C11EA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sz="2000" b="1" dirty="0"/>
              <a:t>Why This Gap Matters</a:t>
            </a:r>
          </a:p>
          <a:p>
            <a:r>
              <a:rPr lang="en-US" sz="1600" dirty="0"/>
              <a:t>Classrooms, seminars, and professional meetings demand </a:t>
            </a:r>
            <a:r>
              <a:rPr lang="en-US" sz="1600" b="1" dirty="0"/>
              <a:t>multimedia content</a:t>
            </a:r>
            <a:endParaRPr lang="en-US" sz="1600" dirty="0"/>
          </a:p>
          <a:p>
            <a:r>
              <a:rPr lang="en-US" sz="1600" dirty="0"/>
              <a:t>Plain text alone is </a:t>
            </a:r>
            <a:r>
              <a:rPr lang="en-US" sz="1600" b="1" dirty="0"/>
              <a:t>no longer sufficient</a:t>
            </a:r>
            <a:endParaRPr lang="en-US" sz="16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40998-7A74-A2D2-955F-D66B1CFE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3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5B2B-7046-2AC0-4A02-C1398291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ACDE2-FA55-91FC-9EE3-A5ACB27F8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No traditional datasets (images, numerical tables,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Two data sources</a:t>
            </a:r>
            <a:r>
              <a:rPr lang="en-IN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/>
              <a:t>Text data</a:t>
            </a:r>
            <a:r>
              <a:rPr lang="en-IN" sz="2800" dirty="0"/>
              <a:t> → generated via LLM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/>
              <a:t>User inputs + AI responses</a:t>
            </a:r>
            <a:r>
              <a:rPr lang="en-IN" sz="2800" dirty="0"/>
              <a:t> → converted into slides &amp; narration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Data’s role: </a:t>
            </a:r>
            <a:r>
              <a:rPr lang="en-IN" sz="2800" b="1" dirty="0"/>
              <a:t>transform inputs into multimedia output</a:t>
            </a:r>
            <a:r>
              <a:rPr lang="en-IN" sz="2800" dirty="0"/>
              <a:t>, not for training large models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A3DF7-FF70-2B80-8E34-5354685FB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/>
              <a:t>Data Flow: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497ED1-5267-1FDD-B835-A95DD7F7B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528723"/>
              </p:ext>
            </p:extLst>
          </p:nvPr>
        </p:nvGraphicFramePr>
        <p:xfrm>
          <a:off x="70811" y="3043050"/>
          <a:ext cx="4471692" cy="328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746BA9E-2C60-BD04-DE7C-826F689E9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EBC5-721A-9EB8-A94E-55E2908C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METHODOLOGY</a:t>
            </a:r>
            <a:r>
              <a:rPr lang="en-US" dirty="0"/>
              <a:t>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C680-615B-9B6A-AA75-38A032397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User Input Collection</a:t>
            </a:r>
            <a:r>
              <a:rPr lang="en-US" sz="2400" dirty="0"/>
              <a:t> – Query given by student/teacher/professional.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Response Generation</a:t>
            </a:r>
            <a:r>
              <a:rPr lang="en-US" sz="2400" dirty="0"/>
              <a:t> – LLM creates detailed answer.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Content Structuring</a:t>
            </a:r>
            <a:r>
              <a:rPr lang="en-US" sz="2400" dirty="0"/>
              <a:t> – Convert response into </a:t>
            </a:r>
            <a:r>
              <a:rPr lang="en-US" sz="2400" b="1" dirty="0"/>
              <a:t>slides format</a:t>
            </a:r>
            <a:r>
              <a:rPr lang="en-US" sz="2400" dirty="0"/>
              <a:t> (section-wise).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Audio Narration</a:t>
            </a:r>
            <a:r>
              <a:rPr lang="en-IN" sz="2400" dirty="0"/>
              <a:t> – TTS adds </a:t>
            </a:r>
            <a:r>
              <a:rPr lang="en-IN" sz="2400" b="1" dirty="0"/>
              <a:t>natural voice narration</a:t>
            </a:r>
            <a:r>
              <a:rPr lang="en-I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Multimedia Integration</a:t>
            </a:r>
            <a:r>
              <a:rPr lang="en-US" sz="2400" dirty="0"/>
              <a:t> – Slides + Audio merged into </a:t>
            </a:r>
            <a:r>
              <a:rPr lang="en-US" sz="2400" b="1" dirty="0"/>
              <a:t>video output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Final Delivery</a:t>
            </a:r>
            <a:r>
              <a:rPr lang="en-US" sz="2400" dirty="0"/>
              <a:t> – Ready-to-use </a:t>
            </a:r>
            <a:r>
              <a:rPr lang="en-US" sz="2400" b="1" dirty="0"/>
              <a:t>slideshow video presentation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80BB8-A599-1275-CD6D-D274020EB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0E9DD-31B4-CB70-9D39-8290B3C0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7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DC5C-31F5-7293-3D2D-A2DF5CDB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AFC3-6D25-9F55-0EAD-6D8C8873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5" y="2108201"/>
            <a:ext cx="11552902" cy="3760891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Successful integration of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LLM + PPT generation + TTS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Google </a:t>
            </a: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Colab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environment tested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– runs without major dependency errors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Chatbot replies automatically transformed into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structured slides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Audio narration (TTS)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synced with generated slides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Exported as video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– usable directly in classrooms, training, and presentations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 Reduced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manual effort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of slide preparation by &gt;70%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✅Suitable for disables and also who face reading difficulties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4E7FC-8C0D-4055-FAB4-C840B61B0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3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F516-1073-367F-4F08-D8BDDBA9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PARTS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097D-2715-349C-42E3-7950342D7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Future Parts:</a:t>
            </a:r>
            <a:endParaRPr lang="en-IN" dirty="0"/>
          </a:p>
          <a:p>
            <a:r>
              <a:rPr lang="en-IN" dirty="0"/>
              <a:t>🔹 </a:t>
            </a:r>
            <a:r>
              <a:rPr lang="en-IN" b="1" dirty="0"/>
              <a:t>Multilingual support</a:t>
            </a:r>
            <a:r>
              <a:rPr lang="en-IN" dirty="0"/>
              <a:t> – AI responses and narration in multiple languages</a:t>
            </a:r>
          </a:p>
          <a:p>
            <a:r>
              <a:rPr lang="en-IN" b="1" dirty="0"/>
              <a:t>🔹 Animation Support</a:t>
            </a:r>
          </a:p>
          <a:p>
            <a:r>
              <a:rPr lang="en-IN" b="1" dirty="0"/>
              <a:t>🔹 Pictures / Icons Include</a:t>
            </a:r>
          </a:p>
          <a:p>
            <a:r>
              <a:rPr lang="en-IN" dirty="0"/>
              <a:t>🔹 </a:t>
            </a:r>
            <a:r>
              <a:rPr lang="en-IN" b="1" dirty="0"/>
              <a:t>Interactive presentations</a:t>
            </a:r>
            <a:r>
              <a:rPr lang="en-IN" dirty="0"/>
              <a:t> – quizzes, clickable elements inside generated slides</a:t>
            </a:r>
          </a:p>
          <a:p>
            <a:r>
              <a:rPr lang="en-IN" dirty="0"/>
              <a:t>🔹 </a:t>
            </a:r>
            <a:r>
              <a:rPr lang="en-IN" b="1" dirty="0"/>
              <a:t>Cloud deployment</a:t>
            </a:r>
            <a:r>
              <a:rPr lang="en-IN" dirty="0"/>
              <a:t> – as a web-based application for global access</a:t>
            </a:r>
          </a:p>
          <a:p>
            <a:r>
              <a:rPr lang="en-IN" b="1" dirty="0"/>
              <a:t>Applications:</a:t>
            </a:r>
            <a:endParaRPr lang="en-IN" dirty="0"/>
          </a:p>
          <a:p>
            <a:r>
              <a:rPr lang="en-IN" dirty="0"/>
              <a:t>🎓 </a:t>
            </a:r>
            <a:r>
              <a:rPr lang="en-IN" b="1" dirty="0"/>
              <a:t>Education</a:t>
            </a:r>
            <a:r>
              <a:rPr lang="en-IN" dirty="0"/>
              <a:t> – AI-powered lecture slides + audio for teachers &amp; students</a:t>
            </a:r>
          </a:p>
          <a:p>
            <a:r>
              <a:rPr lang="en-IN" dirty="0"/>
              <a:t>🏢 </a:t>
            </a:r>
            <a:r>
              <a:rPr lang="en-IN" b="1" dirty="0"/>
              <a:t>Corporate training</a:t>
            </a:r>
            <a:r>
              <a:rPr lang="en-IN" dirty="0"/>
              <a:t> – quick creation of training modules &amp; seminars</a:t>
            </a:r>
          </a:p>
          <a:p>
            <a:r>
              <a:rPr lang="en-IN" dirty="0"/>
              <a:t>📢 </a:t>
            </a:r>
            <a:r>
              <a:rPr lang="en-IN" b="1" dirty="0"/>
              <a:t>Content creators</a:t>
            </a:r>
            <a:r>
              <a:rPr lang="en-IN" dirty="0"/>
              <a:t> – YouTubers / educators making instant explainer videos</a:t>
            </a:r>
          </a:p>
          <a:p>
            <a:r>
              <a:rPr lang="en-IN" dirty="0"/>
              <a:t>🤝 </a:t>
            </a:r>
            <a:r>
              <a:rPr lang="en-IN" b="1" dirty="0"/>
              <a:t>Professional meetings</a:t>
            </a:r>
            <a:r>
              <a:rPr lang="en-IN" dirty="0"/>
              <a:t> – automated presentation drafting from chat discussions</a:t>
            </a:r>
          </a:p>
          <a:p>
            <a:r>
              <a:rPr lang="en-IN" dirty="0"/>
              <a:t>🌍 </a:t>
            </a:r>
            <a:r>
              <a:rPr lang="en-IN" b="1" dirty="0"/>
              <a:t>Accessibility</a:t>
            </a:r>
            <a:r>
              <a:rPr lang="en-IN" dirty="0"/>
              <a:t> – support for visually impaired or reading-challenged learners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F5E03-7D9F-2F66-C965-17280F9BD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3637" y="3954222"/>
            <a:ext cx="2940944" cy="239741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102" name="Picture 6" descr="Future word on steps stock image. Image of goal, efficiency - 131219311">
            <a:extLst>
              <a:ext uri="{FF2B5EF4-FFF2-40B4-BE49-F238E27FC236}">
                <a16:creationId xmlns:a16="http://schemas.microsoft.com/office/drawing/2014/main" id="{E22F3294-BB5E-45D2-B699-A43EADE9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0" y="3088317"/>
            <a:ext cx="4294250" cy="359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50332-27B4-262C-D2E9-94F33809F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7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5621-0687-40EA-4E63-08AA6E5F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54F72D-4889-16D6-F7BE-3416F9EE3F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outputs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PPT + audio/video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Addresses key gaps: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engagement, accessibility, and usability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Saves time for students, teachers, and professionals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Bridges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text-only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ready-to-use multimedia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Strong potential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education, corporate training, and assistive tech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E84C2-52F1-5765-23EA-0C286438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CFC2-2CDD-3BB7-A68D-3B0B20A6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9DA99-DF9C-6F6B-DA8D-AE83F7794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Mayer, R. E. </a:t>
            </a:r>
            <a:r>
              <a:rPr lang="en-US" i="1" dirty="0"/>
              <a:t>Multimedia Learning</a:t>
            </a:r>
            <a:r>
              <a:rPr lang="en-US" dirty="0"/>
              <a:t> (Cambridge University Press).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Stelzer, T., Gladding, G., Mestre, J., &amp; Brookes, D. T. (2008). </a:t>
            </a:r>
            <a:r>
              <a:rPr lang="en-US" i="1" dirty="0"/>
              <a:t>Comparing the efficacy of multimedia modules with traditional textbooks for learning.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CAST. (2018). </a:t>
            </a:r>
            <a:r>
              <a:rPr lang="en-US" i="1" dirty="0"/>
              <a:t>Universal Design for Learning Guidelines (Version 2.2).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UDL G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Wood et al., 2018 (PMC)</a:t>
            </a:r>
          </a:p>
          <a:p>
            <a:r>
              <a:rPr lang="en-IN" dirty="0"/>
              <a:t>Refers that </a:t>
            </a:r>
            <a:r>
              <a:rPr lang="en-IN" dirty="0" err="1"/>
              <a:t>tts</a:t>
            </a:r>
            <a:r>
              <a:rPr lang="en-IN" dirty="0"/>
              <a:t> improves reading comprehension especially for students with reading difficulties.</a:t>
            </a:r>
          </a:p>
          <a:p>
            <a:endParaRPr lang="en-IN" dirty="0"/>
          </a:p>
        </p:txBody>
      </p:sp>
      <p:pic>
        <p:nvPicPr>
          <p:cNvPr id="2050" name="Picture 2" descr="Multimedia Learning / Edition 2 by Richard E. Mayer | 9780521514125 ...">
            <a:extLst>
              <a:ext uri="{FF2B5EF4-FFF2-40B4-BE49-F238E27FC236}">
                <a16:creationId xmlns:a16="http://schemas.microsoft.com/office/drawing/2014/main" id="{274580B6-2692-F63D-EB35-21F125E75B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961" y="204394"/>
            <a:ext cx="3802218" cy="608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OS 11 PRINCIPIOS DE APRENDIZAJE MULTIMEDIA POR RICHARD MAYER | Flashcards">
            <a:extLst>
              <a:ext uri="{FF2B5EF4-FFF2-40B4-BE49-F238E27FC236}">
                <a16:creationId xmlns:a16="http://schemas.microsoft.com/office/drawing/2014/main" id="{66D930E6-28B6-3C21-F92C-0974C72D2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484" y="204394"/>
            <a:ext cx="3099245" cy="30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lack Woman Workshop Illustrations, Royalty-Free Vector Graphics &amp; Clip ...">
            <a:extLst>
              <a:ext uri="{FF2B5EF4-FFF2-40B4-BE49-F238E27FC236}">
                <a16:creationId xmlns:a16="http://schemas.microsoft.com/office/drawing/2014/main" id="{7111A703-AE99-0917-A35E-C9CC3B3F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179" y="3296504"/>
            <a:ext cx="3357102" cy="335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49D72-58B6-4377-F0B7-990787749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29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A2B2-0B3A-1305-9447-E211786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Thankyou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5D6A1-1D61-23E5-5459-270D82647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14" y="1990956"/>
            <a:ext cx="4177726" cy="4269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83F21E-F2C2-B760-2784-5B6DFEBA2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562" y="482955"/>
            <a:ext cx="4390758" cy="5645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5C8D55-042B-8CAC-5C82-5371D6C14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12911" cy="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54187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{D5839F21-48E2-42B7-9688-B1397F44F8F8}tf33845126_win32</Template>
  <TotalTime>350</TotalTime>
  <Words>751</Words>
  <Application>Microsoft Office PowerPoint</Application>
  <PresentationFormat>Widescreen</PresentationFormat>
  <Paragraphs>97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Bookman Old Style</vt:lpstr>
      <vt:lpstr>Calibri</vt:lpstr>
      <vt:lpstr>Franklin Gothic Book</vt:lpstr>
      <vt:lpstr>Wingdings</vt:lpstr>
      <vt:lpstr>1_RetrospectVTI</vt:lpstr>
      <vt:lpstr>Koncept- Your Personal Ai Teacher</vt:lpstr>
      <vt:lpstr>Team ALLIES</vt:lpstr>
      <vt:lpstr>PROBLEM STATEMENT</vt:lpstr>
      <vt:lpstr>Literature Review</vt:lpstr>
      <vt:lpstr>Novelty and gap </vt:lpstr>
      <vt:lpstr>DATA</vt:lpstr>
      <vt:lpstr>METHODOLOGY </vt:lpstr>
      <vt:lpstr>FEATURES</vt:lpstr>
      <vt:lpstr>FUTURE PARTS AND APPLICATIONS</vt:lpstr>
      <vt:lpstr>CONCLUSION</vt:lpstr>
      <vt:lpstr>REFERENCES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vaani28032006@outlook.com</dc:creator>
  <cp:lastModifiedBy>vaani28032006@outlook.com</cp:lastModifiedBy>
  <cp:revision>1</cp:revision>
  <dcterms:created xsi:type="dcterms:W3CDTF">2025-08-16T05:53:23Z</dcterms:created>
  <dcterms:modified xsi:type="dcterms:W3CDTF">2025-08-18T05:06:27Z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